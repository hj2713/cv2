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ad1aeafb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ad1aeafb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ad1aeafb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ad1aeaf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ad1aeafb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ad1aeafb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" y="0"/>
            <a:ext cx="9144001" cy="514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